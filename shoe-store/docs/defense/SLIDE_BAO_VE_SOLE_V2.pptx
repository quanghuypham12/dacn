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3f45f503474ab6" /><Relationship Type="http://schemas.openxmlformats.org/officeDocument/2006/relationships/extended-properties" Target="/docProps/app.xml" Id="R1f46f28c03e94c89" /><Relationship Type="http://schemas.openxmlformats.org/officeDocument/2006/relationships/officeDocument" Target="/ppt/presentation.xml" Id="R7d3b7d6129f247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4e0cf19ea44b0"/>
  </p:sldMasterIdLst>
  <p:notesMasterIdLst>
    <p:notesMasterId xmlns:r="http://schemas.openxmlformats.org/officeDocument/2006/relationships" r:id="Raf1430927af3457d"/>
  </p:notesMasterIdLst>
  <p:sldIdLst>
    <p:sldId xmlns:r="http://schemas.openxmlformats.org/officeDocument/2006/relationships" id="256" r:id="R267053f3c80d44dd"/>
    <p:sldId xmlns:r="http://schemas.openxmlformats.org/officeDocument/2006/relationships" id="257" r:id="Re786202d06df408b"/>
    <p:sldId xmlns:r="http://schemas.openxmlformats.org/officeDocument/2006/relationships" id="258" r:id="Rcd772c144cc34ae3"/>
    <p:sldId xmlns:r="http://schemas.openxmlformats.org/officeDocument/2006/relationships" id="259" r:id="Rdb0997885b0c4661"/>
    <p:sldId xmlns:r="http://schemas.openxmlformats.org/officeDocument/2006/relationships" id="260" r:id="R1b76325a5724478d"/>
    <p:sldId xmlns:r="http://schemas.openxmlformats.org/officeDocument/2006/relationships" id="261" r:id="R79f5acf0ec6b4037"/>
    <p:sldId xmlns:r="http://schemas.openxmlformats.org/officeDocument/2006/relationships" id="262" r:id="R0326fef485774c48"/>
    <p:sldId xmlns:r="http://schemas.openxmlformats.org/officeDocument/2006/relationships" id="263" r:id="Rd5442038b1f147d0"/>
    <p:sldId xmlns:r="http://schemas.openxmlformats.org/officeDocument/2006/relationships" id="264" r:id="R85e3b018ab6d4528"/>
    <p:sldId xmlns:r="http://schemas.openxmlformats.org/officeDocument/2006/relationships" id="265" r:id="Rf7324e4537ca4b84"/>
    <p:sldId xmlns:r="http://schemas.openxmlformats.org/officeDocument/2006/relationships" id="266" r:id="R997b03f097af4e3f"/>
    <p:sldId xmlns:r="http://schemas.openxmlformats.org/officeDocument/2006/relationships" id="267" r:id="Rf5670b8350fe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3abf5a3f04c38" /><Relationship Type="http://schemas.openxmlformats.org/officeDocument/2006/relationships/slideMaster" Target="/ppt/slideMasters/slideMaster1.xml" Id="Rba04e0cf19ea44b0" /><Relationship Type="http://schemas.openxmlformats.org/officeDocument/2006/relationships/notesMaster" Target="/ppt/notesMasters/notesMaster1.xml" Id="Raf1430927af3457d" /><Relationship Type="http://schemas.openxmlformats.org/officeDocument/2006/relationships/presProps" Target="/ppt/presProps.xml" Id="Rc21e0a405df64252" /><Relationship Type="http://schemas.openxmlformats.org/officeDocument/2006/relationships/tableStyles" Target="/ppt/tableStyles.xml" Id="R4750fd2fe3a74620" /><Relationship Type="http://schemas.openxmlformats.org/officeDocument/2006/relationships/slide" Target="/ppt/slides/slide1.xml" Id="R267053f3c80d44dd" /><Relationship Type="http://schemas.openxmlformats.org/officeDocument/2006/relationships/slide" Target="/ppt/slides/slide2.xml" Id="Re786202d06df408b" /><Relationship Type="http://schemas.openxmlformats.org/officeDocument/2006/relationships/slide" Target="/ppt/slides/slide3.xml" Id="Rcd772c144cc34ae3" /><Relationship Type="http://schemas.openxmlformats.org/officeDocument/2006/relationships/slide" Target="/ppt/slides/slide4.xml" Id="Rdb0997885b0c4661" /><Relationship Type="http://schemas.openxmlformats.org/officeDocument/2006/relationships/slide" Target="/ppt/slides/slide5.xml" Id="R1b76325a5724478d" /><Relationship Type="http://schemas.openxmlformats.org/officeDocument/2006/relationships/slide" Target="/ppt/slides/slide6.xml" Id="R79f5acf0ec6b4037" /><Relationship Type="http://schemas.openxmlformats.org/officeDocument/2006/relationships/slide" Target="/ppt/slides/slide7.xml" Id="R0326fef485774c48" /><Relationship Type="http://schemas.openxmlformats.org/officeDocument/2006/relationships/slide" Target="/ppt/slides/slide8.xml" Id="Rd5442038b1f147d0" /><Relationship Type="http://schemas.openxmlformats.org/officeDocument/2006/relationships/slide" Target="/ppt/slides/slide9.xml" Id="R85e3b018ab6d4528" /><Relationship Type="http://schemas.openxmlformats.org/officeDocument/2006/relationships/slide" Target="/ppt/slides/slide10.xml" Id="Rf7324e4537ca4b84" /><Relationship Type="http://schemas.openxmlformats.org/officeDocument/2006/relationships/slide" Target="/ppt/slides/slide11.xml" Id="R997b03f097af4e3f" /><Relationship Type="http://schemas.openxmlformats.org/officeDocument/2006/relationships/slide" Target="/ppt/slides/slide12.xml" Id="Rf5670b8350fe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58b9dd2346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704f177d064ea2" /><Relationship Type="http://schemas.openxmlformats.org/officeDocument/2006/relationships/notesMaster" Target="/ppt/notesMasters/notesMaster1.xml" Id="Rb9aa748540aa49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b5f5e796d94b5d" /><Relationship Type="http://schemas.openxmlformats.org/officeDocument/2006/relationships/notesMaster" Target="/ppt/notesMasters/notesMaster1.xml" Id="R35e4374a96424c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0af07733604ac0" /><Relationship Type="http://schemas.openxmlformats.org/officeDocument/2006/relationships/notesMaster" Target="/ppt/notesMasters/notesMaster1.xml" Id="Rf4c357175f154c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0168fbb94e43d3" /><Relationship Type="http://schemas.openxmlformats.org/officeDocument/2006/relationships/notesMaster" Target="/ppt/notesMasters/notesMaster1.xml" Id="R24d5723eca5b49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4cca98a0f649d6" /><Relationship Type="http://schemas.openxmlformats.org/officeDocument/2006/relationships/notesMaster" Target="/ppt/notesMasters/notesMaster1.xml" Id="R306ece659cb848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61b5b713f94eb4" /><Relationship Type="http://schemas.openxmlformats.org/officeDocument/2006/relationships/notesMaster" Target="/ppt/notesMasters/notesMaster1.xml" Id="R8341e8b04d6549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5a88091b684ad7" /><Relationship Type="http://schemas.openxmlformats.org/officeDocument/2006/relationships/notesMaster" Target="/ppt/notesMasters/notesMaster1.xml" Id="R2be7ff5ad63e43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b7ebbe3fcc4998" /><Relationship Type="http://schemas.openxmlformats.org/officeDocument/2006/relationships/notesMaster" Target="/ppt/notesMasters/notesMaster1.xml" Id="Ref39358dd3054d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42994b4eae4c44" /><Relationship Type="http://schemas.openxmlformats.org/officeDocument/2006/relationships/notesMaster" Target="/ppt/notesMasters/notesMaster1.xml" Id="R8268c80a52a844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8236a0770a4b13" /><Relationship Type="http://schemas.openxmlformats.org/officeDocument/2006/relationships/notesMaster" Target="/ppt/notesMasters/notesMaster1.xml" Id="Re86b58ed8c1844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8c03bdc9454113" /><Relationship Type="http://schemas.openxmlformats.org/officeDocument/2006/relationships/notesMaster" Target="/ppt/notesMasters/notesMaster1.xml" Id="R31e413a10b4745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f9529cea394599" /><Relationship Type="http://schemas.openxmlformats.org/officeDocument/2006/relationships/notesMaster" Target="/ppt/notesMasters/notesMaster1.xml" Id="R2fd0502769c141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 Giới thiệu phạm vi một cửa hàng, một kho. Giảng viên theo đề cương: ThS. Mai Văn Linh. Thời lượng trình bày khoảng 10 phút.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C:\Users\quang\Desktop\DACN\shoe-store\docs\DATABASE.md.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C:\Users\quang\Desktop\DACN\shoe-store\docs\DATABASE.md.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C:\Users\quang\Desktop\DACN\shoe-store\docs\TESTING.md.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894f330f049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e3281b5b143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3069345d549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be8e978d04e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ffc86f19f4a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885fe600249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C76005-7AD7-4FFE-BAD2-2BEA48488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356016-09C8-4588-BDCD-E727C7C0FB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E713ED-BEE4-4FC9-9A89-CFBEB70C6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C0BBD8-603D-4053-8FD0-FA2430C4D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773500-9F62-46CE-BB9B-C12A8AE1F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AE5526-03A3-4A16-B0DE-9A68222916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7FCC9-BF23-4680-872C-05E796B339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BB954B-7038-43F2-92CE-E89340F1C5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8C757B-8231-4FE8-8A0E-7422BBD8F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31C313-E7EF-4C1E-ADED-550A37C0C0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ef938f369480d" /><Relationship Type="http://schemas.openxmlformats.org/officeDocument/2006/relationships/slideLayout" Target="/ppt/slideLayouts/slideLayout1.xml" Id="R6b9759ad8e574647" /><Relationship Type="http://schemas.openxmlformats.org/officeDocument/2006/relationships/slideLayout" Target="/ppt/slideLayouts/slideLayout2.xml" Id="R3e2361e5ea5a45a4" /><Relationship Type="http://schemas.openxmlformats.org/officeDocument/2006/relationships/slideLayout" Target="/ppt/slideLayouts/slideLayout3.xml" Id="R3b66e6e1597849f6" /><Relationship Type="http://schemas.openxmlformats.org/officeDocument/2006/relationships/slideLayout" Target="/ppt/slideLayouts/slideLayout4.xml" Id="Rb9d0787a744940d0" /><Relationship Type="http://schemas.openxmlformats.org/officeDocument/2006/relationships/slideLayout" Target="/ppt/slideLayouts/slideLayout5.xml" Id="R77b21753b9314216" /><Relationship Type="http://schemas.openxmlformats.org/officeDocument/2006/relationships/slideLayout" Target="/ppt/slideLayouts/slideLayout6.xml" Id="Rdcc97600c284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9759ad8e574647"/>
    <p:sldLayoutId xmlns:r="http://schemas.openxmlformats.org/officeDocument/2006/relationships" id="2147483650" r:id="R3e2361e5ea5a45a4"/>
    <p:sldLayoutId xmlns:r="http://schemas.openxmlformats.org/officeDocument/2006/relationships" id="2147483651" r:id="R3b66e6e1597849f6"/>
    <p:sldLayoutId xmlns:r="http://schemas.openxmlformats.org/officeDocument/2006/relationships" id="2147483652" r:id="Rb9d0787a744940d0"/>
    <p:sldLayoutId xmlns:r="http://schemas.openxmlformats.org/officeDocument/2006/relationships" id="2147483653" r:id="R77b21753b9314216"/>
    <p:sldLayoutId xmlns:r="http://schemas.openxmlformats.org/officeDocument/2006/relationships" id="2147483654" r:id="Rdcc97600c284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09e8d7b9a4719" /><Relationship Type="http://schemas.openxmlformats.org/officeDocument/2006/relationships/notesSlide" Target="/ppt/notesSlides/notesSlide1.xml" Id="Re70932630df94d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cdc66706f48d9" /><Relationship Type="http://schemas.openxmlformats.org/officeDocument/2006/relationships/notesSlide" Target="/ppt/notesSlides/notesSlide2.xml" Id="Rf934dffd3d6b47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3fa1c3d13476a" /><Relationship Type="http://schemas.openxmlformats.org/officeDocument/2006/relationships/image" Target="/ppt/media/image.png" Id="Rf3652e6b0d1d4c54" /><Relationship Type="http://schemas.openxmlformats.org/officeDocument/2006/relationships/notesSlide" Target="/ppt/notesSlides/notesSlide3.xml" Id="R7d60b7baba4c4a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bfa2d39cd44f7" /><Relationship Type="http://schemas.openxmlformats.org/officeDocument/2006/relationships/image" Target="/ppt/media/image2.png" Id="R2d145a65f0b440b0" /><Relationship Type="http://schemas.openxmlformats.org/officeDocument/2006/relationships/notesSlide" Target="/ppt/notesSlides/notesSlide4.xml" Id="R07150291ba0d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7f2e6a9904704" /><Relationship Type="http://schemas.openxmlformats.org/officeDocument/2006/relationships/image" Target="/ppt/media/image3.png" Id="R46a93ac1ec5c4970" /><Relationship Type="http://schemas.openxmlformats.org/officeDocument/2006/relationships/notesSlide" Target="/ppt/notesSlides/notesSlide5.xml" Id="R01cbddc65a9646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910a837244345" /><Relationship Type="http://schemas.openxmlformats.org/officeDocument/2006/relationships/notesSlide" Target="/ppt/notesSlides/notesSlide6.xml" Id="R7df4f580c98a41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87fa9f76b4583" /><Relationship Type="http://schemas.openxmlformats.org/officeDocument/2006/relationships/image" Target="/ppt/media/image4.png" Id="R79e906a0a87d499c" /><Relationship Type="http://schemas.openxmlformats.org/officeDocument/2006/relationships/notesSlide" Target="/ppt/notesSlides/notesSlide7.xml" Id="Re6997fc1515948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7f7d06f024b06" /><Relationship Type="http://schemas.openxmlformats.org/officeDocument/2006/relationships/image" Target="/ppt/media/image5.png" Id="Rb074b1f25aca45c2" /><Relationship Type="http://schemas.openxmlformats.org/officeDocument/2006/relationships/notesSlide" Target="/ppt/notesSlides/notesSlide8.xml" Id="R9b4ce1c4e5f74d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e588d42564744" /><Relationship Type="http://schemas.openxmlformats.org/officeDocument/2006/relationships/image" Target="/ppt/media/image6.png" Id="Rf74bd7c45ba64ac1" /><Relationship Type="http://schemas.openxmlformats.org/officeDocument/2006/relationships/notesSlide" Target="/ppt/notesSlides/notesSlide9.xml" Id="Rc16517e3e33247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933b630814339" /><Relationship Type="http://schemas.openxmlformats.org/officeDocument/2006/relationships/image" Target="/ppt/media/image7.png" Id="R9473373d21de4c08" /><Relationship Type="http://schemas.openxmlformats.org/officeDocument/2006/relationships/notesSlide" Target="/ppt/notesSlides/notesSlide10.xml" Id="R248dca4dec2141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94e8c443b44b0" /><Relationship Type="http://schemas.openxmlformats.org/officeDocument/2006/relationships/notesSlide" Target="/ppt/notesSlides/notesSlide11.xml" Id="R9f15bc1430a342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4a7aefe4a4842" /><Relationship Type="http://schemas.openxmlformats.org/officeDocument/2006/relationships/notesSlide" Target="/ppt/notesSlides/notesSlide12.xml" Id="R6e43fc86efe24f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F5B09-6CCF-4176-80DF-AD54E22C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07337-B071-4A36-BB7D-AF2194E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Website quản lý cửa hàng bán giày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689FC-6B79-494F-9B19-1DD4EA69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62F02-3908-430D-8008-F6CB3B42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71A97-A322-4722-811A-E29E123D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ABCC4-A56A-4785-9D1B-0E58ED4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Quản lý theo size và màu</a:t>
            </a:r>
          </a:p>
          <a:p xmlns:a="http://schemas.openxmlformats.org/drawingml/2006/main">
            <a: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Kết nối bán tại quầy với mua trực tuyến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69D70-8CA5-4EDA-A1B0-BAA8B37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Nhóm 6 · Phạm Quang Huy và Đào Ngọc Tú</a:t>
            </a:r>
          </a:p>
        </p:txBody>
      </p:sp>
    </p:spTree>
    <p:extLst>
      <p:ext uri="{BB962C8B-B14F-4D97-AF65-F5344CB8AC3E}">
        <p14:creationId xmlns:p14="http://schemas.microsoft.com/office/powerpoint/2010/main" val="805865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97B56-C858-4D03-9807-65610FF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86F09-CCC8-4DC6-A66C-739C4C4D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Ba vai trò và quyền được kiểm tra ở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7E5E9-747F-4984-BCF2-B40748B3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A3268-D77E-4802-B92F-E77EF39D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38D32-6797-41A5-BCAB-D287EC3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52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EA1B-7987-426E-978E-09AE3FB5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84B0B-A6D0-4626-8870-85A07134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304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Lọc giày và đặt hàng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Tài khoản, đánh giá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Yêu cầu đổi size / trả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3F749-7D05-4544-B10F-DA7D82B7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52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B2E90-C1AE-47D2-93E1-DCAC4301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33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Nhân viên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BEFD9-B345-4AA9-83F2-1513978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90875"/>
            <a:ext cx="304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POS và xử lý đơn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Cập nhật giao hàng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Phản hồi hỗ trợ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D763D-CD1D-47D0-AA2A-ABF68A79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52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A94BA-77B4-4DA6-A6B7-10C7F18E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4B568-B30E-4A08-A415-4DA308C3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304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Sản phẩm và kho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Hoàn tiền, phân quyền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Báo cáo và kiểm duyệt</a:t>
            </a:r>
          </a:p>
        </p:txBody>
      </p:sp>
    </p:spTree>
    <p:extLst>
      <p:ext uri="{BB962C8B-B14F-4D97-AF65-F5344CB8AC3E}">
        <p14:creationId xmlns:p14="http://schemas.microsoft.com/office/powerpoint/2010/main" val="1562215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0E2D2-5435-4955-A915-E3801C6E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E53F6-DF04-48C7-8D38-0841B3F1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PHP xử lý nghiệp vụ và MySQL lưu giao dịch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83774-5E5B-4B05-A8D2-2FCEEC09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F9F05-B321-4F96-BDD4-ADCF6D89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36446-34FC-4DAC-B7AE-E647E09BA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52e6b0d1d4c54"/>
          <a:stretch xmlns:a="http://schemas.openxmlformats.org/drawingml/2006/main"/>
        </p:blipFill>
        <p:spPr>
          <a:xfrm xmlns:a="http://schemas.openxmlformats.org/drawingml/2006/main">
            <a:off x="1972235" y="1714500"/>
            <a:ext cx="824752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49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0D592-7892-4D6F-8918-330C5C4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EF26D-046B-488E-B3EA-97B6BFE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Database có ràng buộc cho kho đơn và tiền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6417A-B4A8-4282-9510-77EF657D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7647D-3CC2-4913-B4F1-04263EA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3DE99-217C-422A-BE75-CC80F7FDC8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45a65f0b440b0"/>
          <a:stretch xmlns:a="http://schemas.openxmlformats.org/drawingml/2006/main"/>
        </p:blipFill>
        <p:spPr>
          <a:xfrm xmlns:a="http://schemas.openxmlformats.org/drawingml/2006/main">
            <a:off x="1972235" y="1714500"/>
            <a:ext cx="824752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84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065A1-F526-4CB0-BF0F-81CACD60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8DACA-603C-42BE-84B2-359840FB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QR có thời hạn và đối soát tiền thực nhận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17BDC-1BE0-4B85-BBAC-3C904FD2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1C25B-F84D-4995-9931-BE73150A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DA7E9-DB99-4C7A-8914-BD46A51A1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93ac1ec5c4970"/>
          <a:stretch xmlns:a="http://schemas.openxmlformats.org/drawingml/2006/main"/>
        </p:blipFill>
        <p:spPr>
          <a:xfrm xmlns:a="http://schemas.openxmlformats.org/drawingml/2006/main">
            <a:off x="1972235" y="1714500"/>
            <a:ext cx="824752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5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9A6AB-C679-4EF2-B680-57259129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18443-EDDC-4FD1-880E-0EFA2E4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hàng và xuất kho là hai thời điểm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5FFD4-D86F-44AA-AEF2-29FAC26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F0A9C-76BB-465D-93A5-621D7FB7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0357A-82C5-456F-AD15-77A088DD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524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0EC36-7466-46CE-AA7B-D467485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Trước đơn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85773-F501-4B3A-8CD5-1284F3D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Tồn sổ sách        10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chỗ                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Có thể bán          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EF327-7944-48EC-8D60-9DE5B98F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524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92921-69E5-4BCB-8D1A-D817A9A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86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Giữ 2 đôi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5EC0C-2745-422C-AACD-CC16E5A6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432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Tồn sổ sách        10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chỗ                2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Có thể bán          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3C4FA-B0C0-4F11-9E89-BB18EC0B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524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776E4-BB67-47FF-8569-3E0BEE70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Hoàn tất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FE2C8-6C5B-46ED-9DCE-999D32E0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Tồn sổ sách        8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chỗ                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Có thể bán          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A3274-5A2B-4F8C-8731-AEE3AC82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Chỉ hoàn tất mới xuất sổ sách. Gửi lại thao tác không tạo giao dịch thứ hai.</a:t>
            </a:r>
          </a:p>
        </p:txBody>
      </p:sp>
    </p:spTree>
    <p:extLst>
      <p:ext uri="{BB962C8B-B14F-4D97-AF65-F5344CB8AC3E}">
        <p14:creationId xmlns:p14="http://schemas.microsoft.com/office/powerpoint/2010/main" val="1978122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53C6B-A3BE-4EB8-B0CB-1D0539BF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1513A-9A57-4A55-AC85-DA8A3CAA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Khách chọn giày theo hãng size màu và ngân sách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BDBFF-D970-40E7-932D-04DA74FF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64EA4-34A2-465F-802A-DBF986BB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C7981-1E7E-4901-998C-3EF798B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000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Danh mục và giỏ hàng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Giá theo đúng SKU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COD hoặc VietQR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Theo dõi tiến trình giao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48D91-CA60-4845-9D6E-DC9E45D9A4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906a0a87d499c"/>
          <a:stretch xmlns:a="http://schemas.openxmlformats.org/drawingml/2006/main"/>
        </p:blipFill>
        <p:spPr>
          <a:xfrm xmlns:a="http://schemas.openxmlformats.org/drawingml/2006/main">
            <a:off x="5051556" y="1762125"/>
            <a:ext cx="6232264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74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2A137-D8F2-4912-93D4-042580F5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03178-1667-4CCE-B89F-545E39E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Khôi phục tài khoản và thu hồi phiên cũ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FBEE3-3971-427C-97B0-D59896BE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3F129-25C6-42F9-8EED-508ECC4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8F5E9-6B43-4615-A841-A4B69AE1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Token băm, một lần</a:t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Hết hạn 60 phút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Không lộ email tồn tại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Mật khẩu đổi làm phiên cũ mất hiệu lực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A3B84-211E-4098-9629-956735994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4b1f25aca45c2"/>
          <a:stretch xmlns:a="http://schemas.openxmlformats.org/drawingml/2006/main"/>
        </p:blipFill>
        <p:spPr>
          <a:xfrm xmlns:a="http://schemas.openxmlformats.org/drawingml/2006/main">
            <a:off x="5177049" y="1762125"/>
            <a:ext cx="5886027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57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031B0-A581-4EEF-B2C5-DDFB2B2A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4C644-03D4-4D55-A0DE-2A06CA0C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Đánh giá chỉ hiển thị sau khi được duyệt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06451-87BD-4A8E-930A-A6B1392D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78B83-48E6-47A4-9E03-7A394AE3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86930-25C1-45AB-8F07-7AD77B10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Chỉ khách đã mua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Một đánh giá mỗi mẫu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Sửa lại cần duyệt lại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Admin duyệt hoặc ẩn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7B4B7-D824-4AE3-8B09-8F3A5160E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bd7c45ba64ac1"/>
          <a:stretch xmlns:a="http://schemas.openxmlformats.org/drawingml/2006/main"/>
        </p:blipFill>
        <p:spPr>
          <a:xfrm xmlns:a="http://schemas.openxmlformats.org/drawingml/2006/main">
            <a:off x="5766174" y="1762125"/>
            <a:ext cx="4707776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32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0BA78-DA9C-47D0-AC04-DC90312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52D2D-3422-4586-B383-A43CF2D4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Yêu cầu đổi trả có phản hồi riêng cho khách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D84FA-5E0C-4C36-9E0D-3D992D8B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F4AA8-05FA-4179-BB1D-FF927B7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01817-22FD-4F01-BEA2-AF34BB77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Gửi từ đơn của mình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Theo dõi phản hồi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Chấp thuận chưa hoàn tiền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Đóng sau khi có phiếu trả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00564-0A4B-4B0B-B338-845F052249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3373d21de4c08"/>
          <a:stretch xmlns:a="http://schemas.openxmlformats.org/drawingml/2006/main"/>
        </p:blipFill>
        <p:spPr>
          <a:xfrm xmlns:a="http://schemas.openxmlformats.org/drawingml/2006/main">
            <a:off x="5667551" y="1762125"/>
            <a:ext cx="4905022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967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0EF53-9FD4-47D3-8C82-899BCC46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4D87A-D317-47A1-8211-1A6C268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81 ca kiểm thử đạt trên SQLite và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FC8EA-AEB2-4656-B662-185C0366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6BE8D-7125-4643-97EE-52BC2DAF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A33CD-6109-403F-A4CF-A8CEB60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38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324E3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ADA2E-C02A-41F8-9825-C69452CC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B526A-F498-4D29-85CB-27BFB54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 kiểm thử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76952-D881-496E-A52D-7E89B9F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429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6FF8C-1FAF-4A6F-BC6A-6C93B53A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779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D074D-95EC-48ED-AD81-4E9CED2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assertions được xác minh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8C755-93D7-45AF-B74E-5E8FA712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Kho và tiền · phân quyền · token và phiên</a:t>
            </a:r>
          </a:p>
          <a:p xmlns:a="http://schemas.openxmlformats.org/drawingml/2006/main">
            <a: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Hết hạn QR · email lỗi · đánh giá · yêu cầu đổi trả</a:t>
            </a:r>
          </a:p>
        </p:txBody>
      </p:sp>
    </p:spTree>
    <p:extLst>
      <p:ext uri="{BB962C8B-B14F-4D97-AF65-F5344CB8AC3E}">
        <p14:creationId xmlns:p14="http://schemas.microsoft.com/office/powerpoint/2010/main" val="23711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4C00A-9794-43EB-8445-81222011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68826-9390-4CED-9649-FA95AE6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Chạy local và cấu hình các dịch vụ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B4485-51B6-4EEF-87DF-D692CAFB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2DCEE-FCCB-4CC4-A7EC-69ADC1A9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B9475-DE9F-4C18-B7B2-FC5244AF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38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B7E83-AD9D-4554-AD71-097D2989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Bản chạy hiện tại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AD381-9348-4221-9B17-03609476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466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start.ps1 bật website và tác vụ nền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MySQL sole_store · cổng 3309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Sao lưu SQL, ảnh và .env riêng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7FA00-25AE-44D6-B7F2-87C0F14A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429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E7E91-CB57-45DD-A7E3-67281577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Cần dữ liệu của cửa hàng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8B8A1-CB0E-4C46-B052-B19FCE80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Ngân hàng nhận tiền và SMTP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Ảnh thật đúng sản phẩm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API AI nếu cần sinh ngôn ngữ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Vận chuyển hiện cập nhật thủ công</a:t>
            </a:r>
          </a:p>
        </p:txBody>
      </p:sp>
    </p:spTree>
    <p:extLst>
      <p:ext uri="{BB962C8B-B14F-4D97-AF65-F5344CB8AC3E}">
        <p14:creationId xmlns:p14="http://schemas.microsoft.com/office/powerpoint/2010/main" val="585491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2026-10-20T21:56:16.8600000Z</dcterms:created>
  <dcterms:modified xsi:type="dcterms:W3CDTF">2026-10-20T21:56:16.8600000Z</dcterms:modified>
</coreProperties>
</file>