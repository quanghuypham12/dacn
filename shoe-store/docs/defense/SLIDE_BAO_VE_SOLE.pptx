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485fe1d77a4001" /><Relationship Type="http://schemas.openxmlformats.org/officeDocument/2006/relationships/extended-properties" Target="/docProps/app.xml" Id="R373747168ba44022" /><Relationship Type="http://schemas.openxmlformats.org/officeDocument/2006/relationships/officeDocument" Target="/ppt/presentation.xml" Id="R8f75b790f1fa4d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556df23163440d"/>
  </p:sldMasterIdLst>
  <p:notesMasterIdLst>
    <p:notesMasterId xmlns:r="http://schemas.openxmlformats.org/officeDocument/2006/relationships" r:id="R297c9408f3ed4b30"/>
  </p:notesMasterIdLst>
  <p:sldIdLst>
    <p:sldId xmlns:r="http://schemas.openxmlformats.org/officeDocument/2006/relationships" id="256" r:id="R6255cae21f6842cd"/>
    <p:sldId xmlns:r="http://schemas.openxmlformats.org/officeDocument/2006/relationships" id="257" r:id="Rdf6eab05d29a4c55"/>
    <p:sldId xmlns:r="http://schemas.openxmlformats.org/officeDocument/2006/relationships" id="258" r:id="Rc9899164a1a14982"/>
    <p:sldId xmlns:r="http://schemas.openxmlformats.org/officeDocument/2006/relationships" id="259" r:id="Ra9678f61fe804956"/>
    <p:sldId xmlns:r="http://schemas.openxmlformats.org/officeDocument/2006/relationships" id="260" r:id="Rde7f7e321ed341ee"/>
    <p:sldId xmlns:r="http://schemas.openxmlformats.org/officeDocument/2006/relationships" id="261" r:id="R1979ff9021524d87"/>
    <p:sldId xmlns:r="http://schemas.openxmlformats.org/officeDocument/2006/relationships" id="262" r:id="R924e7746876f4175"/>
    <p:sldId xmlns:r="http://schemas.openxmlformats.org/officeDocument/2006/relationships" id="263" r:id="R0b3eabbcc57f4259"/>
    <p:sldId xmlns:r="http://schemas.openxmlformats.org/officeDocument/2006/relationships" id="264" r:id="R1f22fb56bd0a4f0d"/>
    <p:sldId xmlns:r="http://schemas.openxmlformats.org/officeDocument/2006/relationships" id="265" r:id="R5cefed96c7e44509"/>
    <p:sldId xmlns:r="http://schemas.openxmlformats.org/officeDocument/2006/relationships" id="266" r:id="Rd20becbc7c174130"/>
    <p:sldId xmlns:r="http://schemas.openxmlformats.org/officeDocument/2006/relationships" id="267" r:id="R1684412fda7240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3a5e71dac458f" /><Relationship Type="http://schemas.openxmlformats.org/officeDocument/2006/relationships/slideMaster" Target="/ppt/slideMasters/slideMaster1.xml" Id="Ra8556df23163440d" /><Relationship Type="http://schemas.openxmlformats.org/officeDocument/2006/relationships/notesMaster" Target="/ppt/notesMasters/notesMaster1.xml" Id="R297c9408f3ed4b30" /><Relationship Type="http://schemas.openxmlformats.org/officeDocument/2006/relationships/presProps" Target="/ppt/presProps.xml" Id="Rb5e817e458aa4963" /><Relationship Type="http://schemas.openxmlformats.org/officeDocument/2006/relationships/tableStyles" Target="/ppt/tableStyles.xml" Id="R39df2c97149546b9" /><Relationship Type="http://schemas.openxmlformats.org/officeDocument/2006/relationships/slide" Target="/ppt/slides/slide1.xml" Id="R6255cae21f6842cd" /><Relationship Type="http://schemas.openxmlformats.org/officeDocument/2006/relationships/slide" Target="/ppt/slides/slide2.xml" Id="Rdf6eab05d29a4c55" /><Relationship Type="http://schemas.openxmlformats.org/officeDocument/2006/relationships/slide" Target="/ppt/slides/slide3.xml" Id="Rc9899164a1a14982" /><Relationship Type="http://schemas.openxmlformats.org/officeDocument/2006/relationships/slide" Target="/ppt/slides/slide4.xml" Id="Ra9678f61fe804956" /><Relationship Type="http://schemas.openxmlformats.org/officeDocument/2006/relationships/slide" Target="/ppt/slides/slide5.xml" Id="Rde7f7e321ed341ee" /><Relationship Type="http://schemas.openxmlformats.org/officeDocument/2006/relationships/slide" Target="/ppt/slides/slide6.xml" Id="R1979ff9021524d87" /><Relationship Type="http://schemas.openxmlformats.org/officeDocument/2006/relationships/slide" Target="/ppt/slides/slide7.xml" Id="R924e7746876f4175" /><Relationship Type="http://schemas.openxmlformats.org/officeDocument/2006/relationships/slide" Target="/ppt/slides/slide8.xml" Id="R0b3eabbcc57f4259" /><Relationship Type="http://schemas.openxmlformats.org/officeDocument/2006/relationships/slide" Target="/ppt/slides/slide9.xml" Id="R1f22fb56bd0a4f0d" /><Relationship Type="http://schemas.openxmlformats.org/officeDocument/2006/relationships/slide" Target="/ppt/slides/slide10.xml" Id="R5cefed96c7e44509" /><Relationship Type="http://schemas.openxmlformats.org/officeDocument/2006/relationships/slide" Target="/ppt/slides/slide11.xml" Id="Rd20becbc7c174130" /><Relationship Type="http://schemas.openxmlformats.org/officeDocument/2006/relationships/slide" Target="/ppt/slides/slide12.xml" Id="R1684412fda72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4d802a48b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adecab3b1c4030" /><Relationship Type="http://schemas.openxmlformats.org/officeDocument/2006/relationships/notesMaster" Target="/ppt/notesMasters/notesMaster1.xml" Id="R8cb3ec94572d47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87e68160c9469e" /><Relationship Type="http://schemas.openxmlformats.org/officeDocument/2006/relationships/notesMaster" Target="/ppt/notesMasters/notesMaster1.xml" Id="Rf6f33461bbb140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40e62e30ee4adb" /><Relationship Type="http://schemas.openxmlformats.org/officeDocument/2006/relationships/notesMaster" Target="/ppt/notesMasters/notesMaster1.xml" Id="R98f34089ec9244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21a8fbcecc4421" /><Relationship Type="http://schemas.openxmlformats.org/officeDocument/2006/relationships/notesMaster" Target="/ppt/notesMasters/notesMaster1.xml" Id="R44c56a34b12343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0ee3495a64979" /><Relationship Type="http://schemas.openxmlformats.org/officeDocument/2006/relationships/notesMaster" Target="/ppt/notesMasters/notesMaster1.xml" Id="R6592157e2e1349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668088c65a4202" /><Relationship Type="http://schemas.openxmlformats.org/officeDocument/2006/relationships/notesMaster" Target="/ppt/notesMasters/notesMaster1.xml" Id="R0060ff75ccbb40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55a929895f45f5" /><Relationship Type="http://schemas.openxmlformats.org/officeDocument/2006/relationships/notesMaster" Target="/ppt/notesMasters/notesMaster1.xml" Id="R1ebc85d3221c45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8f1a6675a421a" /><Relationship Type="http://schemas.openxmlformats.org/officeDocument/2006/relationships/notesMaster" Target="/ppt/notesMasters/notesMaster1.xml" Id="R500b401047f340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5ca0ebcfd84686" /><Relationship Type="http://schemas.openxmlformats.org/officeDocument/2006/relationships/notesMaster" Target="/ppt/notesMasters/notesMaster1.xml" Id="Rd9dd89a3088149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77a104be5f430e" /><Relationship Type="http://schemas.openxmlformats.org/officeDocument/2006/relationships/notesMaster" Target="/ppt/notesMasters/notesMaster1.xml" Id="R6b0a7458b32747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f483b9067c49f5" /><Relationship Type="http://schemas.openxmlformats.org/officeDocument/2006/relationships/notesMaster" Target="/ppt/notesMasters/notesMaster1.xml" Id="R9185e0bbbbc642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2f1388157946fe" /><Relationship Type="http://schemas.openxmlformats.org/officeDocument/2006/relationships/notesMaster" Target="/ppt/notesMasters/notesMaster1.xml" Id="Ref43bfa47c46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C:\Users\quang\Desktop\DACN\shoe-store\docs\PROJECT.md. Bản triển khai ngày 21/10/2026. Dữ liệu DEMO, không có giao dịch thật. Giới thiệu phạm vi một cửa hàng, một kho. Giảng viên theo đề cương: ThS. Mai Văn Linh. Thời lượng trình bày khoảng 10 phút.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C:\Users\quang\Desktop\DACN\shoe-store\docs\PROJECT.md.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C:\Users\quang\Desktop\DACN\shoe-store\docs\PROJECT.md.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C:\Users\quang\Desktop\DACN\shoe-store\docs\DATABASE.md.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C:\Users\quang\Desktop\DACN\shoe-store\docs\DATABASE.md.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C:\Users\quang\Desktop\DACN\shoe-store\docs\PROJECT.md.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C:\Users\quang\Desktop\DACN\shoe-store\docs\TESTING.md.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C:\Users\quang\Desktop\DACN\shoe-store\docs\CUSTOMER_EXPERIENCE.md. Bản triển khai ngày 21/10/2026. Dữ liệu DEMO, không có giao dịch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471e65c7946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8e649e52d4f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7e8b097564b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733e951f244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82d99c6674f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7c571460e4d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BF3FC3-300C-40C2-8503-A3AD9E32B3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F3C8A7-5BF8-4A44-AABF-327E9498D0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2B0546-48A5-419E-98D0-06D93562D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039B1F-2044-4E9E-9BCA-1AD163B9F2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7DB37A-0768-4CB4-A12F-D06D26A5C3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7A4F3F-5B7B-4363-9B15-E28D512C13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808587-5686-40D0-BBD7-ECC7F71FAE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C105AF-42BF-4034-AD0F-DA06957F02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DF8CD4-BD60-453D-9872-F9655A55D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1BDC54-E9CF-47EC-8FA4-817D388010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318e1b3c1c4915" /><Relationship Type="http://schemas.openxmlformats.org/officeDocument/2006/relationships/slideLayout" Target="/ppt/slideLayouts/slideLayout1.xml" Id="Rb06e39fde9ce42f2" /><Relationship Type="http://schemas.openxmlformats.org/officeDocument/2006/relationships/slideLayout" Target="/ppt/slideLayouts/slideLayout2.xml" Id="R8d88f6bd147b4e25" /><Relationship Type="http://schemas.openxmlformats.org/officeDocument/2006/relationships/slideLayout" Target="/ppt/slideLayouts/slideLayout3.xml" Id="R5531100300ec48de" /><Relationship Type="http://schemas.openxmlformats.org/officeDocument/2006/relationships/slideLayout" Target="/ppt/slideLayouts/slideLayout4.xml" Id="R3480283cb69b402f" /><Relationship Type="http://schemas.openxmlformats.org/officeDocument/2006/relationships/slideLayout" Target="/ppt/slideLayouts/slideLayout5.xml" Id="R70eda0b8608042c7" /><Relationship Type="http://schemas.openxmlformats.org/officeDocument/2006/relationships/slideLayout" Target="/ppt/slideLayouts/slideLayout6.xml" Id="R839c8f2d6ad949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6e39fde9ce42f2"/>
    <p:sldLayoutId xmlns:r="http://schemas.openxmlformats.org/officeDocument/2006/relationships" id="2147483650" r:id="R8d88f6bd147b4e25"/>
    <p:sldLayoutId xmlns:r="http://schemas.openxmlformats.org/officeDocument/2006/relationships" id="2147483651" r:id="R5531100300ec48de"/>
    <p:sldLayoutId xmlns:r="http://schemas.openxmlformats.org/officeDocument/2006/relationships" id="2147483652" r:id="R3480283cb69b402f"/>
    <p:sldLayoutId xmlns:r="http://schemas.openxmlformats.org/officeDocument/2006/relationships" id="2147483653" r:id="R70eda0b8608042c7"/>
    <p:sldLayoutId xmlns:r="http://schemas.openxmlformats.org/officeDocument/2006/relationships" id="2147483654" r:id="R839c8f2d6ad949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48768d242486a" /><Relationship Type="http://schemas.openxmlformats.org/officeDocument/2006/relationships/notesSlide" Target="/ppt/notesSlides/notesSlide1.xml" Id="Ra21414d8271043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859653e874f52" /><Relationship Type="http://schemas.openxmlformats.org/officeDocument/2006/relationships/notesSlide" Target="/ppt/notesSlides/notesSlide2.xml" Id="R6561e64800ac40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85934a17a4e4e" /><Relationship Type="http://schemas.openxmlformats.org/officeDocument/2006/relationships/image" Target="/ppt/media/image.png" Id="R797664e825d44e1b" /><Relationship Type="http://schemas.openxmlformats.org/officeDocument/2006/relationships/notesSlide" Target="/ppt/notesSlides/notesSlide3.xml" Id="Rf46fba4474514a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6abf7fcf8496a" /><Relationship Type="http://schemas.openxmlformats.org/officeDocument/2006/relationships/image" Target="/ppt/media/image2.png" Id="Re8a05a2e005f478c" /><Relationship Type="http://schemas.openxmlformats.org/officeDocument/2006/relationships/notesSlide" Target="/ppt/notesSlides/notesSlide4.xml" Id="R00695ae2437844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8ff1cab434135" /><Relationship Type="http://schemas.openxmlformats.org/officeDocument/2006/relationships/image" Target="/ppt/media/image3.png" Id="Red5598b2f17545fc" /><Relationship Type="http://schemas.openxmlformats.org/officeDocument/2006/relationships/notesSlide" Target="/ppt/notesSlides/notesSlide5.xml" Id="Rd8f38362199a4a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d888248b74f03" /><Relationship Type="http://schemas.openxmlformats.org/officeDocument/2006/relationships/notesSlide" Target="/ppt/notesSlides/notesSlide6.xml" Id="Rc732284716bc45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dcdc32a0048d8" /><Relationship Type="http://schemas.openxmlformats.org/officeDocument/2006/relationships/image" Target="/ppt/media/image4.png" Id="Rb397d7f4d37c4fad" /><Relationship Type="http://schemas.openxmlformats.org/officeDocument/2006/relationships/notesSlide" Target="/ppt/notesSlides/notesSlide7.xml" Id="R6a48abd5146542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f5fa99ef64f81" /><Relationship Type="http://schemas.openxmlformats.org/officeDocument/2006/relationships/image" Target="/ppt/media/image5.png" Id="R4895fb6c02ea405d" /><Relationship Type="http://schemas.openxmlformats.org/officeDocument/2006/relationships/notesSlide" Target="/ppt/notesSlides/notesSlide8.xml" Id="R850ab50e3f1c4e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e501dd0104ff7" /><Relationship Type="http://schemas.openxmlformats.org/officeDocument/2006/relationships/image" Target="/ppt/media/image6.png" Id="Rb7ffa57771b442fb" /><Relationship Type="http://schemas.openxmlformats.org/officeDocument/2006/relationships/notesSlide" Target="/ppt/notesSlides/notesSlide9.xml" Id="R88343ba5682546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f32c92fe44c09" /><Relationship Type="http://schemas.openxmlformats.org/officeDocument/2006/relationships/image" Target="/ppt/media/image7.png" Id="R05904b26ba1644ad" /><Relationship Type="http://schemas.openxmlformats.org/officeDocument/2006/relationships/notesSlide" Target="/ppt/notesSlides/notesSlide10.xml" Id="R81929d2106f441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2c1629a96465c" /><Relationship Type="http://schemas.openxmlformats.org/officeDocument/2006/relationships/notesSlide" Target="/ppt/notesSlides/notesSlide11.xml" Id="Rf8aec7fc717e4c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96c17dd664c6c" /><Relationship Type="http://schemas.openxmlformats.org/officeDocument/2006/relationships/notesSlide" Target="/ppt/notesSlides/notesSlide12.xml" Id="R3e74c6d9c30b4e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90E24-C4E4-4FF9-BBEE-B391CAD2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C7A33-3EDC-4DFF-912F-E7D35CCC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Website quản lý cửa hàng bán giày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E6B4C-BE4C-4921-9DAE-F57DBC00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6A29B-6157-4D10-A638-FBF1F699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6CA36-B6AD-4769-AAE6-6E390C22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8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C802B-FC4C-49CD-BCB1-673068A1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Quản lý theo size và màu</a:t>
            </a:r>
          </a:p>
          <a:p xmlns:a="http://schemas.openxmlformats.org/drawingml/2006/main">
            <a:pPr>
              <a:defRPr sz="23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Kết nối bán tại quầy với mua trực tuyến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15789-8311-4D49-A7BD-3A48E7E4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Nhóm 6 · Phạm Quang Huy và Đào Ngọc Tú</a:t>
            </a:r>
          </a:p>
        </p:txBody>
      </p:sp>
    </p:spTree>
    <p:extLst>
      <p:ext uri="{BB962C8B-B14F-4D97-AF65-F5344CB8AC3E}">
        <p14:creationId xmlns:p14="http://schemas.microsoft.com/office/powerpoint/2010/main" val="1265576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3E442-5B91-47EE-BE4E-454CAE75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FD20E-2863-4126-8E89-F1223623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Ba vai trò và quyền được kiểm tra ở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21557-EFF1-4AD2-9004-CABA4C7C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97DF3-6B22-4989-BE97-694013BE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C963B-B67F-4918-9838-2CE8C2D0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524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364E7-2EB7-48BB-9042-D5789702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9AF44-5EF9-448C-A9AD-025FAA6F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304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Lọc giày và đặt hàng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Tài khoản, đánh giá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Yêu cầu đổi size / trả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2B68D-43E9-404A-9427-AFD1F8A2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3524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FCDB2-5506-4E83-A19D-66C6F638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33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Nhân viên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89845-D05D-4E34-A12F-4EAABB5F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90875"/>
            <a:ext cx="304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POS và xử lý đơn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Cập nhật giao hàng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Phản hồi hỗ trợ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DAA05-3AE6-49DF-83CE-3B377EF5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524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E9945-750A-4F0A-A36B-4370A0DC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37C50-C29D-4A57-9C2E-EFCD655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304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Sản phẩm và kho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Hoàn tiền, phân quyền</a:t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Báo cáo và kiểm duyệt</a:t>
            </a:r>
          </a:p>
        </p:txBody>
      </p:sp>
    </p:spTree>
    <p:extLst>
      <p:ext uri="{BB962C8B-B14F-4D97-AF65-F5344CB8AC3E}">
        <p14:creationId xmlns:p14="http://schemas.microsoft.com/office/powerpoint/2010/main" val="1174854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4F8F9-DFA0-497F-A67B-D7E66F9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8DB62-634C-4916-AD9F-444746AF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PHP xử lý nghiệp vụ và MySQL lưu giao dịch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4DCAE-CB41-48CB-9E49-4D4C7F1B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43DC1-3F99-4065-ACB5-7DA765A9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DB027-F9F0-4316-9672-FD3BC2547D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664e825d44e1b"/>
          <a:stretch xmlns:a="http://schemas.openxmlformats.org/drawingml/2006/main"/>
        </p:blipFill>
        <p:spPr>
          <a:xfrm xmlns:a="http://schemas.openxmlformats.org/drawingml/2006/main">
            <a:off x="1972235" y="1714500"/>
            <a:ext cx="824752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10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F26C5-4C8D-460D-BC66-8A6E910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19B2B-0B8A-42B9-A353-C43DE4D2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Database có ràng buộc cho kho đơn và tiền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D66F9-9FDC-4772-A089-9772B7CE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5F05E-FB2B-46BA-8A1C-BD9BCE8D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23AC8-DA3E-4F9A-AAEE-EA5F3EF84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05a2e005f478c"/>
          <a:stretch xmlns:a="http://schemas.openxmlformats.org/drawingml/2006/main"/>
        </p:blipFill>
        <p:spPr>
          <a:xfrm xmlns:a="http://schemas.openxmlformats.org/drawingml/2006/main">
            <a:off x="1972235" y="1714500"/>
            <a:ext cx="824752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30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41A1D-C3E5-4433-BF52-2E53DB8E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A63E5-460D-43AE-B068-1EAB2447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QR có thời hạn và đối soát tiền thực nhận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1E5A3-D349-45F2-BD12-AE8A9CDB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2016A-F308-46FF-B947-FA84E881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BFE36-2EB1-41D6-87BC-6FDE8ACBA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598b2f17545fc"/>
          <a:stretch xmlns:a="http://schemas.openxmlformats.org/drawingml/2006/main"/>
        </p:blipFill>
        <p:spPr>
          <a:xfrm xmlns:a="http://schemas.openxmlformats.org/drawingml/2006/main">
            <a:off x="1972235" y="1714500"/>
            <a:ext cx="824752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842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3C4FA-F007-4181-9D7F-AEE9F179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F5A84-0FB8-4870-B6BE-85453919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Giữ hàng và xuất kho là hai thời điểm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5BF8D-58F8-4DB3-9543-6FE20389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41C81-B2AA-4B7B-A0F8-4761AF5C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83028-83EA-4DF2-95F1-DD9A50C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524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103F9-32D0-4FBF-AE35-C19CC4FA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Trước đơn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275A4-D863-4B5D-9F40-B874F7F8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Tồn sổ sách        10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Giữ chỗ                0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Có thể bán          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56023-05FE-43C7-BFB6-80E93EEC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3524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5B39A-7836-4EE7-9AF0-B6476517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86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Giữ 2 đôi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F08EB-B393-4C93-B2DB-DBD1B58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432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Tồn sổ sách        10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Giữ chỗ                2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Có thể bán          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9709A-4A93-490F-BCC3-E8E97FDF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524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71A07-5667-4E9B-937E-E91D84EB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Hoàn tất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F4259-52AB-4CE9-A3DD-B0539C88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Tồn sổ sách        8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Giữ chỗ                0</a:t>
            </a:r>
          </a:p>
          <a:p xmlns:a="http://schemas.openxmlformats.org/drawingml/2006/main">
            <a:pPr>
              <a:defRPr sz="21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Có thể bán           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9910C-0467-4A0B-847F-15587759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Chỉ hoàn tất mới xuất sổ sách. Gửi lại thao tác không tạo giao dịch thứ hai.</a:t>
            </a:r>
          </a:p>
        </p:txBody>
      </p:sp>
    </p:spTree>
    <p:extLst>
      <p:ext uri="{BB962C8B-B14F-4D97-AF65-F5344CB8AC3E}">
        <p14:creationId xmlns:p14="http://schemas.microsoft.com/office/powerpoint/2010/main" val="1334632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14029-2CB5-4462-BD37-5D7D1605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66463-21F4-4733-A724-597FDD22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Khách chọn giày theo hãng size màu và ngân sách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5A861-B9D1-4239-AA55-808F7D7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D0412-6362-4384-BEF8-B288F957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ADF97-55F9-465A-96F2-75C2D163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4000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Danh mục và giỏ hàng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Giá theo đúng SKU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COD hoặc VietQR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Theo dõi tiến trình giao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1467C-64B3-4089-936C-09CD2D7F31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7d7f4d37c4fad"/>
          <a:stretch xmlns:a="http://schemas.openxmlformats.org/drawingml/2006/main"/>
        </p:blipFill>
        <p:spPr>
          <a:xfrm xmlns:a="http://schemas.openxmlformats.org/drawingml/2006/main">
            <a:off x="5051556" y="1762125"/>
            <a:ext cx="6232264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451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AB0CB-F9B0-4123-8CDE-95DBDC2A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16E3F-AEBD-41E8-BF07-017F0E53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Khôi phục tài khoản và thu hồi phiên cũ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F47FB-5C9D-4046-84C7-48A38D15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88E76-B684-4861-8B77-358DC1A9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79071-470C-4CA4-9DD9-B70E3B2B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Token băm, một lần</a:t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Hết hạn 60 phút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Không lộ email tồn tại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Mật khẩu đổi làm phiên cũ mất hiệu lực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A1F7C-0929-4ABF-9E9A-E6CDC6E2CF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5fb6c02ea405d"/>
          <a:stretch xmlns:a="http://schemas.openxmlformats.org/drawingml/2006/main"/>
        </p:blipFill>
        <p:spPr>
          <a:xfrm xmlns:a="http://schemas.openxmlformats.org/drawingml/2006/main">
            <a:off x="5177049" y="1762125"/>
            <a:ext cx="5886027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635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1C61F-8642-418D-86E4-F1F2BBEA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1D80D-D5DF-4AF2-9DA7-BA8FDB9E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Đánh giá chỉ hiển thị sau khi được duyệt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98151-8C22-46E7-A070-B81B42CF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92FDE-24ED-4D62-A428-49975DFB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5F346-43A6-49DE-89AC-57A3D91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Chỉ khách đã mua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Một đánh giá mỗi mẫu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Sửa lại cần duyệt lại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Admin duyệt hoặc ẩn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2D0E3-3F79-41A6-A695-69869C656D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fa57771b442fb"/>
          <a:stretch xmlns:a="http://schemas.openxmlformats.org/drawingml/2006/main"/>
        </p:blipFill>
        <p:spPr>
          <a:xfrm xmlns:a="http://schemas.openxmlformats.org/drawingml/2006/main">
            <a:off x="5766174" y="1762125"/>
            <a:ext cx="4707776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451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67B09-E84D-435D-941C-95AE9D23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6E272-6E49-4CF2-9ACB-B42D0EA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Yêu cầu đổi trả có phản hồi riêng cho khách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F9045-F42B-42E6-B8B0-E558622D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E1FB8-4467-4BD0-B45D-9C816AE6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77A95-CA82-4E48-99AE-3F5B8948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905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Gửi từ đơn của mình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Theo dõi phản hồi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Chấp thuận chưa hoàn tiền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Đóng sau khi có phiếu trả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3A4AD-0456-4256-8FAC-FE4E14C1D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04b26ba1644ad"/>
          <a:stretch xmlns:a="http://schemas.openxmlformats.org/drawingml/2006/main"/>
        </p:blipFill>
        <p:spPr>
          <a:xfrm xmlns:a="http://schemas.openxmlformats.org/drawingml/2006/main">
            <a:off x="5667551" y="1762125"/>
            <a:ext cx="4905022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316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A15D1-D4BD-403E-983D-1545BEFA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A3DCF-07B8-45BB-AC62-D0184BF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80 ca kiểm thử đạt trên SQLite và MySQL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B61FD-2384-4280-A349-4CAF32E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F9654-E9E4-4A7C-9E2F-BEC9E404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9E87F-7FC7-423B-AC79-FBFFCE78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38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324E3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DA9FB-111A-4072-911D-D3F7427D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537E0-B389-46F8-8823-676B033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 kiểm thử đạt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226CC-DB15-4578-BE7C-2C5E8D6D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429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62907-5759-46DC-9896-1679F81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767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8A13E-22F4-421D-84E1-BACCE238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assertions được xác minh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18BD4-342F-4D16-9EC7-5742EAD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Kho và tiền · phân quyền · token và phiên</a:t>
            </a:r>
          </a:p>
          <a:p xmlns:a="http://schemas.openxmlformats.org/drawingml/2006/main">
            <a:pPr>
              <a:defRPr sz="21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Hết hạn QR · email lỗi · đánh giá · yêu cầu đổi trả</a:t>
            </a:r>
          </a:p>
        </p:txBody>
      </p:sp>
    </p:spTree>
    <p:extLst>
      <p:ext uri="{BB962C8B-B14F-4D97-AF65-F5344CB8AC3E}">
        <p14:creationId xmlns:p14="http://schemas.microsoft.com/office/powerpoint/2010/main" val="3529108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1FEAF-ED81-433A-8D64-057F453E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SOLE  /  ĐỒ ÁN CHUYÊN NGÀNH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C575B-9E4A-4141-9655-AD696A00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291F"/>
                </a:solidFill>
                <a:latin typeface="Arial"/>
                <a:ea typeface="Arial"/>
                <a:cs typeface="Arial"/>
              </a:rPr>
              <a:t>Chạy local và cấu hình các dịch vụ thật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CFEA9-E4F2-4A7C-8E6A-D90474BD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PHP · JavaScript · MySQL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7CB13-EE44-4931-B30D-3B09DF2C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6706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1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3F066-A264-4170-A895-C61106CD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38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ECE66-C822-4380-8EB1-71AD96CB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Bản chạy hiện tại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08F45-6075-411A-9CCF-548190E8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4667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start.ps1 bật website và tác vụ nền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MySQL sole_store · cổng 3309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Sao lưu SQL, ảnh và .env riêng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1F14D-5328-4E40-A75D-89D5ACB1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429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9D8A7-D501-476F-875C-9707F4EE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4E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24E3F"/>
                </a:solidFill>
                <a:latin typeface="Arial"/>
                <a:ea typeface="Arial"/>
                <a:cs typeface="Arial"/>
              </a:rPr>
              <a:t>Cần dữ liệu của cửa hàng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3596A-89D7-4C8D-9064-58D19E96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Ngân hàng nhận tiền và SMTP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Ảnh thật đúng sản phẩm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API AI nếu cần sinh ngôn ngữ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429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91F"/>
                </a:solidFill>
                <a:latin typeface="Arial"/>
                <a:ea typeface="Arial"/>
                <a:cs typeface="Arial"/>
              </a:rPr>
              <a:t>Vận chuyển hiện cập nhật thủ công</a:t>
            </a:r>
          </a:p>
        </p:txBody>
      </p:sp>
    </p:spTree>
    <p:extLst>
      <p:ext uri="{BB962C8B-B14F-4D97-AF65-F5344CB8AC3E}">
        <p14:creationId xmlns:p14="http://schemas.microsoft.com/office/powerpoint/2010/main" val="1364666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2026-10-20T21:47:16.1970000Z</dcterms:created>
  <dcterms:modified xsi:type="dcterms:W3CDTF">2026-10-20T21:47:16.1970000Z</dcterms:modified>
</coreProperties>
</file>